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11</c:v>
                </c:pt>
                <c:pt idx="2">
                  <c:v>10</c:v>
                </c:pt>
                <c:pt idx="3">
                  <c:v>14</c:v>
                </c:pt>
                <c:pt idx="4">
                  <c:v>16</c:v>
                </c:pt>
                <c:pt idx="5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0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4F46E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3840480" cy="3840480"/>
          </a:xfrm>
          <a:prstGeom prst="ellipse">
            <a:avLst/>
          </a:prstGeom>
          <a:solidFill>
            <a:srgbClr val="6366F1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TijaraFlow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 and automate your e-commerce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39776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your stores, stock, orders and invoices.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presentation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Sales presentation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daily life of a multi-store merchant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across several channels multiplies manual work — and errors.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9496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2377440"/>
            <a:ext cx="502920" cy="50292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8096" y="3063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Double data entry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8096" y="37947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Re-typing orders and products from one store to another wastes hours every week.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74136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02736" y="2377440"/>
            <a:ext cx="502920" cy="50292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3602736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02736" y="3063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Uncertain stock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02736" y="37947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unified view, you oversell or run out without noticing.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08776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37376" y="2377440"/>
            <a:ext cx="502920" cy="50292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6437376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37376" y="3063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Forgotten invoicing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37376" y="37947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and reminders are done by hand, when you remember.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43416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72016" y="2377440"/>
            <a:ext cx="502920" cy="50292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23" name="Text 21"/>
          <p:cNvSpPr/>
          <p:nvPr/>
        </p:nvSpPr>
        <p:spPr>
          <a:xfrm>
            <a:off x="9272016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72016" y="3063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Blind decisions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72016" y="37947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know what really sells and what to reorder.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Sales presentation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solution: TijaraFlow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 connects your WooCommerce and Shopify stores to a single dashboard. As soon as a sale, a return or an order occurs, your stock, customers and invoices update automatically — with no manual entry.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EEF2FF"/>
          </a:solidFill>
          <a:ln/>
        </p:spPr>
      </p:sp>
      <p:sp>
        <p:nvSpPr>
          <p:cNvPr id="7" name="Shape 5"/>
          <p:cNvSpPr/>
          <p:nvPr/>
        </p:nvSpPr>
        <p:spPr>
          <a:xfrm>
            <a:off x="6327648" y="1664208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6327648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040880" y="153619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place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orders, customers, invoices, reports.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269748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EEF2FF"/>
          </a:solidFill>
          <a:ln/>
        </p:spPr>
      </p:sp>
      <p:sp>
        <p:nvSpPr>
          <p:cNvPr id="11" name="Shape 9"/>
          <p:cNvSpPr/>
          <p:nvPr/>
        </p:nvSpPr>
        <p:spPr>
          <a:xfrm>
            <a:off x="6327648" y="2990088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6327648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40880" y="286207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time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follows every event from your stores.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26480" y="402336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EEF2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327648" y="4315968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6327648" y="4315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40880" y="418795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Effortless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tasks are automated.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Sales presentation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works, in 3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2356" y="201168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96796" y="2377440"/>
            <a:ext cx="914400" cy="9144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1796796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36676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6676" y="40233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your store in minutes with a key and a webhook.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63924" y="31546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402836" y="201168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37276" y="2377440"/>
            <a:ext cx="914400" cy="9144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5637276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77156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Synchronize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77156" y="40233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orders and customers come through automatically.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04404" y="31546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243316" y="201168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77756" y="2377440"/>
            <a:ext cx="914400" cy="9144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9477756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517636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Steer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517636" y="40233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stock, sales and forecasts all in one place.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Sales presentation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6636" y="137160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5236" y="1627632"/>
            <a:ext cx="457200" cy="45720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745236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39596" y="16093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Multi-store sync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5236" y="2148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 and Shopify in a single dashboard.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11396" y="137160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39996" y="1627632"/>
            <a:ext cx="457200" cy="45720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39996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34356" y="16093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stock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39996" y="2148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Decrement on sale, restock on cancellation, threshold alerts.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6156" y="137160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4756" y="1627632"/>
            <a:ext cx="457200" cy="45720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8334756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29116" y="16093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forecasts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34756" y="2148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velocity, stockout date, suggested reorder quantities.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16636" y="32918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5236" y="3547872"/>
            <a:ext cx="457200" cy="45720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745236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◆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39596" y="35295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invoicing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45236" y="4069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generated and sent on delivery, PDF included.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11396" y="32918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39996" y="3547872"/>
            <a:ext cx="457200" cy="45720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39996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◆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34356" y="35295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Reports &amp; exports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39996" y="4069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top products, top customers, CSV exports.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06156" y="32918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34756" y="3547872"/>
            <a:ext cx="457200" cy="45720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32" name="Text 30"/>
          <p:cNvSpPr/>
          <p:nvPr/>
        </p:nvSpPr>
        <p:spPr>
          <a:xfrm>
            <a:off x="8334756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◆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929116" y="35295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&amp; webhooks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334756" y="4069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own tools and custom sites.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Sales presentation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Synchronization, in real time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in your store triggers an immediate update in TijaraFlow.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created, updated or deleted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created, updated, cancelled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matched by e-mail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decremented then restored automatically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log to trace everything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0" y="1463040"/>
            <a:ext cx="5029200" cy="868680"/>
          </a:xfrm>
          <a:prstGeom prst="roundRect">
            <a:avLst>
              <a:gd name="adj" fmla="val 6316"/>
            </a:avLst>
          </a:prstGeom>
          <a:solidFill>
            <a:srgbClr val="E0E7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14630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is placed in the store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23960" y="207568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0" y="2478024"/>
            <a:ext cx="5029200" cy="868680"/>
          </a:xfrm>
          <a:prstGeom prst="roundRect">
            <a:avLst>
              <a:gd name="adj" fmla="val 6316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247802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webhook notifies TijaraFlow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23960" y="30906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0" y="3493008"/>
            <a:ext cx="5029200" cy="868680"/>
          </a:xfrm>
          <a:prstGeom prst="roundRect">
            <a:avLst>
              <a:gd name="adj" fmla="val 6316"/>
            </a:avLst>
          </a:prstGeom>
          <a:solidFill>
            <a:srgbClr val="E0E7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34930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is decremented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23960" y="410565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4507992"/>
            <a:ext cx="5029200" cy="868680"/>
          </a:xfrm>
          <a:prstGeom prst="roundRect">
            <a:avLst>
              <a:gd name="adj" fmla="val 6316"/>
            </a:avLst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4507992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invoice can be sent automatically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Sales presentation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Data-driven decisions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your performance over the period of your choice and export in one click.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670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(revenue, AOV, customers, stock)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click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39959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export to CSV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7–365 d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48640" y="53218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periods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9768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— monthly revenue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297680" y="2148840"/>
          <a:ext cx="7315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4297680" y="5806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Illustration. Real data comes from your synced sales.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Sales presentation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Automations that save you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2356" y="155448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0956" y="1938528"/>
            <a:ext cx="868680" cy="502920"/>
          </a:xfrm>
          <a:prstGeom prst="roundRect">
            <a:avLst>
              <a:gd name="adj" fmla="val 49091"/>
            </a:avLst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1220724" y="198424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842516" y="17556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invoicing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42516" y="22128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created and sent on delivery.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1636" y="155448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60236" y="1938528"/>
            <a:ext cx="868680" cy="502920"/>
          </a:xfrm>
          <a:prstGeom prst="roundRect">
            <a:avLst>
              <a:gd name="adj" fmla="val 49091"/>
            </a:avLst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6890004" y="198424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511796" y="17556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Low-stock alerts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11796" y="22128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as soon as a product drops below its threshold.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" y="320040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0956" y="3584448"/>
            <a:ext cx="868680" cy="502920"/>
          </a:xfrm>
          <a:prstGeom prst="roundRect">
            <a:avLst>
              <a:gd name="adj" fmla="val 49091"/>
            </a:avLst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1220724" y="363016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842516" y="34015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Overdue reminders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842516" y="38587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at +7, +15 and +30 days.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31636" y="320040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60236" y="3584448"/>
            <a:ext cx="868680" cy="502920"/>
          </a:xfrm>
          <a:prstGeom prst="roundRect">
            <a:avLst>
              <a:gd name="adj" fmla="val 49091"/>
            </a:avLst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6890004" y="363016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511796" y="34015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report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11796" y="38587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summary every Monday.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from the Pro plan.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Sales presentation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Ready-to-use integrations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stores today, and much more tomorrow.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 now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WooCommerce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66160" y="23774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377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Shopify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Coming soon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148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PrestaShop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63240" y="41148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41148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577840" y="41148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41148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BigCommerce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API lets you connect any site or custom tool (Business plan).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Sales presentation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gain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0916" y="182880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5236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double entry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90956" y="36576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stores automatically feed a single dashboard.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82880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5716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Always-accurate stock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31436" y="36576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overselling or surprise stockouts: everything is up to date in real time.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51876" y="182880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26196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reclaimed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471916" y="36576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Invoicing, reminders and reports run on their own.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Sales presentation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is it for?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0916" y="182880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51076" y="2194560"/>
            <a:ext cx="1005840" cy="100584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1751076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5236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solo merchant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5236" y="3840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hours on admin and focuses on selling.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1396" y="182880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91556" y="2194560"/>
            <a:ext cx="1005840" cy="100584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591556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85716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e-commerce SMB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85716" y="3840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several stores and makes operations reliable.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51876" y="182880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32036" y="2194560"/>
            <a:ext cx="1005840" cy="100584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9432036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26196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team with 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26196" y="3840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the API and multi-store to go further.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Sales presentation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Simple, transparent plans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0916" y="146304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5236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5236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82396" y="315468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products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orders / month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store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1396" y="146304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88636" y="1463040"/>
            <a:ext cx="2011680" cy="411480"/>
          </a:xfrm>
          <a:prstGeom prst="rect">
            <a:avLst/>
          </a:prstGeom>
          <a:solidFill>
            <a:srgbClr val="FACC1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85716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85716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5B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€29/mo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22876" y="315468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products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orders / month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alerts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1876" y="146304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26196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26196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€99/mo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63356" y="315468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products &amp; orders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Multi-store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commitment. Change plan at any time.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Sales presentation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TijaraFlow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2356" y="1554480"/>
            <a:ext cx="5394960" cy="1325880"/>
          </a:xfrm>
          <a:prstGeom prst="roundRect">
            <a:avLst>
              <a:gd name="adj" fmla="val 4138"/>
            </a:avLst>
          </a:prstGeom>
          <a:solidFill>
            <a:srgbClr val="EEF2FF"/>
          </a:solidFill>
          <a:ln/>
        </p:spPr>
      </p:sp>
      <p:sp>
        <p:nvSpPr>
          <p:cNvPr id="6" name="Text 4"/>
          <p:cNvSpPr/>
          <p:nvPr/>
        </p:nvSpPr>
        <p:spPr>
          <a:xfrm>
            <a:off x="882396" y="17373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setup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 minutes, no technical skills required.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31636" y="1554480"/>
            <a:ext cx="5394960" cy="1325880"/>
          </a:xfrm>
          <a:prstGeom prst="roundRect">
            <a:avLst>
              <a:gd name="adj" fmla="val 4138"/>
            </a:avLst>
          </a:prstGeom>
          <a:solidFill>
            <a:srgbClr val="EEF2FF"/>
          </a:solidFill>
          <a:ln/>
        </p:spPr>
      </p:sp>
      <p:sp>
        <p:nvSpPr>
          <p:cNvPr id="8" name="Text 6"/>
          <p:cNvSpPr/>
          <p:nvPr/>
        </p:nvSpPr>
        <p:spPr>
          <a:xfrm>
            <a:off x="6551676" y="17373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automatic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and repetitive tasks run without you.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2356" y="3154680"/>
            <a:ext cx="5394960" cy="1325880"/>
          </a:xfrm>
          <a:prstGeom prst="roundRect">
            <a:avLst>
              <a:gd name="adj" fmla="val 4138"/>
            </a:avLst>
          </a:prstGeom>
          <a:solidFill>
            <a:srgbClr val="EEF2FF"/>
          </a:solidFill>
          <a:ln/>
        </p:spPr>
      </p:sp>
      <p:sp>
        <p:nvSpPr>
          <p:cNvPr id="10" name="Text 8"/>
          <p:cNvSpPr/>
          <p:nvPr/>
        </p:nvSpPr>
        <p:spPr>
          <a:xfrm>
            <a:off x="882396" y="33375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solo merchant to multi-store, the platform grows with you.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31636" y="3154680"/>
            <a:ext cx="5394960" cy="1325880"/>
          </a:xfrm>
          <a:prstGeom prst="roundRect">
            <a:avLst>
              <a:gd name="adj" fmla="val 4138"/>
            </a:avLst>
          </a:prstGeom>
          <a:solidFill>
            <a:srgbClr val="EE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51676" y="33375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and webhooks to fit into your ecosystem.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TijaraFlow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Sales presentation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and trust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protected and isolated, and payments are delegated to a specialized provider.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011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data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account sees only its own data.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97180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webhooks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authenticity verification of received messages.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393192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API keys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create, rotate and revoke at any time.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48920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payments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card data stored by TijaraFlow.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4F46E5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5544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stop double data entry?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834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TijaraFlow in action on your own store.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3840480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840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a demo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requests and contact via the TijaraFlow website — reply within 24 business hours.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TijaraFlow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TijaraFlow — Sales Presentation</dc:title>
  <dc:subject>PptxGenJS Presentation</dc:subject>
  <dc:creator>TijaraFlow</dc:creator>
  <cp:lastModifiedBy>TijaraFlow</cp:lastModifiedBy>
  <cp:revision>1</cp:revision>
  <dcterms:created xsi:type="dcterms:W3CDTF">2026-06-10T15:55:02Z</dcterms:created>
  <dcterms:modified xsi:type="dcterms:W3CDTF">2026-06-10T15:55:02Z</dcterms:modified>
</cp:coreProperties>
</file>