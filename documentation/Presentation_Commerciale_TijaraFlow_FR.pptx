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11</c:v>
                </c:pt>
                <c:pt idx="2">
                  <c:v>10</c:v>
                </c:pt>
                <c:pt idx="3">
                  <c:v>14</c:v>
                </c:pt>
                <c:pt idx="4">
                  <c:v>16</c:v>
                </c:pt>
                <c:pt idx="5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6366F1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TijaraFlow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Synchronisez et automatisez votre e-commerce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unique pour vos boutiques, vos stocks, vos commandes et vos factures.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commerciale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quotidien d’un marchand multi-boutiques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 sur plusieurs canaux multiplie les tâches manuelles — et les erreurs.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9496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377440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 saisie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Recopier les commandes et les produits d’une boutique à l’autre fait perdre des heures chaque semaine.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74136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02736" y="2377440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360273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02736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incertain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02736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vue unifiée, on survend ou on tombe en rupture sans s’en rendre compte.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08776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2377440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37376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Facturation oubliée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7376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factures et les relances se font à la main, quand on y pense.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43416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72016" y="2377440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927201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72016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Décisions à l’aveugle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72016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de savoir ce qui se vend vraiment et quoi recommander.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solution : TijaraFlow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 connecte vos boutiques WooCommerce et Shopify à un tableau de bord unique. Dès qu’une vente, un retour ou une commande survient, votre stock, vos clients et vos factures se mettent à jour automatiquement — sans aucune saisie manuelle.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EEF2FF"/>
          </a:solidFill>
          <a:ln/>
        </p:spPr>
      </p:sp>
      <p:sp>
        <p:nvSpPr>
          <p:cNvPr id="7" name="Shape 5"/>
          <p:cNvSpPr/>
          <p:nvPr/>
        </p:nvSpPr>
        <p:spPr>
          <a:xfrm>
            <a:off x="6327648" y="166420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6327648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0" y="153619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au même endroit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Stocks, commandes, clients, factures, rapports.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269748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EEF2FF"/>
          </a:solidFill>
          <a:ln/>
        </p:spPr>
      </p:sp>
      <p:sp>
        <p:nvSpPr>
          <p:cNvPr id="11" name="Shape 9"/>
          <p:cNvSpPr/>
          <p:nvPr/>
        </p:nvSpPr>
        <p:spPr>
          <a:xfrm>
            <a:off x="6327648" y="299008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86207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réel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synchro suit chaque événement de vos boutiques.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402336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EEF2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7648" y="431596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41879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effort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tâches répétitives sont automatisées.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ça marche, en 3 étapes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2356" y="20116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96796" y="237744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796796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36676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Connectez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6676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Reliez votre boutique en quelques minutes avec une clé et un webhook.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63924" y="3154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402836" y="20116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37276" y="237744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5637276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77156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Synchronisez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77156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Produits, commandes et clients remontent automatiquement.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04404" y="3154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243316" y="20116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77756" y="237744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9477756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517636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Pilotez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17636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vos stocks, vos ventes et vos prévisions au même endroit.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fonctionnalités clés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6636" y="13716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5236" y="162763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4523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39596" y="1609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 multi-boutiques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5236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et Shopify dans un seul tableau de bord.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1396" y="13716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9996" y="162763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3999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34356" y="1609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en temps réel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39996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Décrément à la vente, restock à l’annulation, alertes de seuil.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6156" y="13716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4756" y="162763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833475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29116" y="1609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Prévisions de stock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4756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Vélocité des ventes, date de rupture, quantités à recommander.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6636" y="32918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" y="354787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39596" y="3529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Facturation automatique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5236" y="4069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générée et envoyée à la livraison, PDF inclus.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11396" y="32918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39996" y="354787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39996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34356" y="3529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Rapports &amp; exports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39996" y="4069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top produits, meilleurs clients, exports CSV.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6156" y="32918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4756" y="354787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34756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29116" y="3529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&amp; webhooks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34756" y="4069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Connectez vos propres outils et sites sur mesure.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synchronisation, en temps réel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événement de votre boutique déclenche une mise à jour immédiate dans TijaraFlow.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créés, modifiés ou supprimés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créées, mises à jour, annulées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synchronisés par e-mail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décrémenté puis restitué automatiquement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 synchronisation pour tout tracer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463040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E0E7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463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est passée en boutique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23960" y="20756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0" y="2478024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47802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webhook prévient TijaraFlow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23960" y="30906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3493008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E0E7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4930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stock est décrémenté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23960" y="41056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4507992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450799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facture peut partir automatiquement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décisions guidées par la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Visualisez votre performance sur la période de votre choix et exportez en un clic.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670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(CA, panier, clients, stock)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clic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9959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exporter en CSV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7–365 j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53218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périodes d’analyse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9768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— chiffre d’affaires mensuel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297680" y="214884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29768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Illustration. Les données réelles proviennent de vos ventes synchronisées.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automatisations qui vous font gagner du temps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2356" y="15544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0956" y="1938528"/>
            <a:ext cx="868680" cy="502920"/>
          </a:xfrm>
          <a:prstGeom prst="roundRect">
            <a:avLst>
              <a:gd name="adj" fmla="val 49091"/>
            </a:avLst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1220724" y="198424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842516" y="1755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Facturation automatique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42516" y="2212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créée et envoyée à la livraison.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5544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0236" y="1938528"/>
            <a:ext cx="868680" cy="502920"/>
          </a:xfrm>
          <a:prstGeom prst="roundRect">
            <a:avLst>
              <a:gd name="adj" fmla="val 49091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6890004" y="198424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11796" y="1755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Alertes de stock bas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11796" y="2212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dès qu’un produit passe sous son seuil.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" y="32004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0956" y="3584448"/>
            <a:ext cx="868680" cy="502920"/>
          </a:xfrm>
          <a:prstGeom prst="roundRect">
            <a:avLst>
              <a:gd name="adj" fmla="val 49091"/>
            </a:avLst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1220724" y="363016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842516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Relances d’impayés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42516" y="3858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à J+7, J+15 et J+30.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1636" y="32004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0236" y="3584448"/>
            <a:ext cx="868680" cy="502920"/>
          </a:xfrm>
          <a:prstGeom prst="roundRect">
            <a:avLst>
              <a:gd name="adj" fmla="val 49091"/>
            </a:avLst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6890004" y="363016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511796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 hebdomadaire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11796" y="3858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 l’activité chaque lundi.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 à partir du forfait Pro.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intégrations prêtes à l’emploi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Branchez vos boutiques aujourd’hui, et bien plus demain.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Disponible maintenant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WooCommerce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6160" y="23774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Shopify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Bientôt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14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PrestaShop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63240" y="41148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4114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41148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4114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BigCommerce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ouverte permet de connecter n’importe quel site ou outil sur mesure (forfait Business).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vous y gagnez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0916" y="182880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5236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Zéro double saisie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90956" y="3657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boutiques alimentent automatiquement un seul tableau de bord.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82880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5716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stock toujours juste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31436" y="3657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 les surventes et les ruptures subies : tout est à jour en temps réel.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1876" y="182880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26196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 temps retrouvé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471916" y="3657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Facturation, relances et rapports tournent tout seuls.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 qui 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0916" y="182880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51076" y="2194560"/>
            <a:ext cx="1005840" cy="100584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1751076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5236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commerçant solo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5236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 des heures sur l’administratif et se concentre sur la vente.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1396" y="182880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91556" y="2194560"/>
            <a:ext cx="1005840" cy="100584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591556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85716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PME e-commerce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85716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plusieurs boutiques et fiabilise ses opérations.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1876" y="182880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32036" y="2194560"/>
            <a:ext cx="1005840" cy="100584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9432036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26196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L’équipe avec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26196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 l’API et le multi-boutiques pour aller plus loin.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forfaits simples et transparents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0916" y="146304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5236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5236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Gratuit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82396" y="315468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produits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commandes / mois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boutique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 temps réel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1396" y="146304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88636" y="1463040"/>
            <a:ext cx="2011680" cy="411480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POPULAIRE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85716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85716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29 €/mois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22876" y="315468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produits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commandes / mois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de stock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1876" y="146304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26196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26196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99 €/mois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63356" y="315468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&amp; commandes illimités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Multi-boutiques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prédictive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publique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engagement. Changez de forfait à tout moment.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TijaraFlow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2356" y="155448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EEF2FF"/>
          </a:solidFill>
          <a:ln/>
        </p:spPr>
      </p:sp>
      <p:sp>
        <p:nvSpPr>
          <p:cNvPr id="6" name="Text 4"/>
          <p:cNvSpPr/>
          <p:nvPr/>
        </p:nvSpPr>
        <p:spPr>
          <a:xfrm>
            <a:off x="882396" y="17373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route rapide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 en quelques minutes, sans compétence technique.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31636" y="155448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EEF2FF"/>
          </a:solidFill>
          <a:ln/>
        </p:spPr>
      </p:sp>
      <p:sp>
        <p:nvSpPr>
          <p:cNvPr id="8" name="Text 6"/>
          <p:cNvSpPr/>
          <p:nvPr/>
        </p:nvSpPr>
        <p:spPr>
          <a:xfrm>
            <a:off x="6551676" y="17373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Vraiment automatique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synchro et les tâches répétitives tournent sans vous.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2356" y="315468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882396" y="3337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Évolutif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marchand solo à la multi-boutique, la plateforme suit votre croissance.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31636" y="315468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3337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et webhooks pour s’intégrer à votre écosystème.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Présentation commerciale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et confiance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sont protégées et isolées, et les paiements sont délégués à un prestataire spécialisé.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011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isolées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chaque compte ne voit que ses propres données.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9718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signés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vérification d’authenticité des messages reçus.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9319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API maîtrisées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création, rotation et révocation à tout moment.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892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sécurisés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aucune donnée de carte stockée par TijaraFlow.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4F46E5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Prêt à arrêter la double saisie 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834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Voyez TijaraFlow en action sur votre propre boutique.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384048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Demander une démo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démo et contact via le site TijaraFlow — réponse sous 24 h ouvrées.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TijaraFlow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TijaraFlow — Présentation commerciale</dc:title>
  <dc:subject>PptxGenJS Presentation</dc:subject>
  <dc:creator>TijaraFlow</dc:creator>
  <cp:lastModifiedBy>TijaraFlow</cp:lastModifiedBy>
  <cp:revision>1</cp:revision>
  <dcterms:created xsi:type="dcterms:W3CDTF">2026-06-10T15:54:01Z</dcterms:created>
  <dcterms:modified xsi:type="dcterms:W3CDTF">2026-06-10T15:54:01Z</dcterms:modified>
</cp:coreProperties>
</file>